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7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86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F7E8-654B-A4C4-3117-1A2ECEF48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0800E-4835-8464-38F4-A1DC7D6A5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C1B6C-4B86-93D3-7C74-0EFD77A86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9C9A8-BA9A-4290-3CAD-AC881AC3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89EC7-25DF-962F-EACA-2E2D308C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3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C00C-F46D-510D-A744-03EE8D34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A6833-30F4-1D34-92DE-D9B18445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E78EF-76D0-FD30-0CAE-7870B8AA0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E169-3A27-3B01-2BDE-B2193A2D4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8F2AB-ABC5-C541-4EBC-8FB3EEAB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44CC-D857-A330-C0F6-C92CB983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556BB-F3C5-247B-98D0-DC4B6708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60305-3902-160C-534B-00D56C44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0B202-75A5-DAC1-D4C4-58642496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8B172-1CFC-3BD8-8CE1-A725ABB4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74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8BB1-BB77-2B70-8CD4-653D9099C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1FC0F-B8C2-340F-E3C5-670483236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F3F82-B627-551B-3588-A4552E5E7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1968B-3022-5073-4A9E-B367D9DC8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8D42E-D931-7A08-B425-58DBB538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8B72F-E98E-F367-ADB5-C1AEB4ED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6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EAC8-195D-D463-8BBF-211E67450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D10CF-F411-E9FD-D9BA-7ACF82F2F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67164-3A12-A391-5752-CDE84EDF4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B02DF-3A89-6044-AEA5-ECBD43B61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B4B29-A92E-E8CE-E306-180A3C0D8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C5FF73-89A1-E758-2F94-ECF21622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D8FCE-53E8-F2B4-954B-B34D8F8D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0D28F-3A01-70CC-B865-898BA853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9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6863-7C2C-B0F1-7582-F2272CB1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AF144-68FD-0A15-DB0D-2E779FBB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EF13C-C8F6-A723-147E-9FB5C1EAA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72291-ADFD-5373-6B9C-A8211043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2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FA94E-003B-523D-A533-451D93496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2A7C6-9B7E-266F-7DDC-21282458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D9A7E-F3A5-88BA-B9CF-B9C360D2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4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30A0-8656-7512-8BCD-E30140A2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3FED-AC76-37D4-AC0C-9E34E280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CDD87-73C5-8E7E-6DE4-E59E3400E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AF483-2977-EFF5-F2DC-73DCC167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B4F3C-5D8F-9101-84CC-4439EC19C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74798-D371-F7CE-92E1-D956247C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86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8B3F-3E7F-DFE6-C55A-88F62DF3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4AF546-095C-E4B5-7A89-90CA71A00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D13BE-BB83-1626-0047-68914BBA1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CABFE-42EE-55D4-20DD-A00C63CD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93D9C-09F7-10CF-BA96-7C6E3CFC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A1341-2366-EE58-AB81-FA809027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6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5FF38-FA87-822F-E6AC-8F29FB00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F0000-F178-A910-D8E3-514345C64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CE7C2-62FF-3A27-3355-796FF8BA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5BA16-1D26-9484-6C50-B0F25B1C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2EABD-7FC9-7BA8-FF03-87EF2CE8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4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4792F-D1E6-06AB-2D99-B460BFD6B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42DE4-13C6-5259-B3E2-1E5E466A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B4D94-75CC-34FB-F10A-CA925060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F6887-59F7-13AA-9F92-23CA1EA3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13D58-FE4A-A1F1-93B8-6EFDBC6A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2E3432-E8B1-A242-6718-3F925134E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18C66-D40E-D1CC-5FB0-035368B84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6E84E-4B81-6473-D721-1C3BE0E6F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2BA77-C499-4477-AC52-3197BFFFE0F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F4771-04D6-C324-0A45-C82806F32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1714C-F6C1-4EC9-C4D3-D85C5AD54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773B5-F5D7-4841-A600-06329F982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6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402963-71DA-774D-500B-9D075F2145C1}"/>
              </a:ext>
            </a:extLst>
          </p:cNvPr>
          <p:cNvSpPr/>
          <p:nvPr/>
        </p:nvSpPr>
        <p:spPr>
          <a:xfrm>
            <a:off x="3102077" y="1052050"/>
            <a:ext cx="6400800" cy="3420890"/>
          </a:xfrm>
          <a:prstGeom prst="roundRect">
            <a:avLst>
              <a:gd name="adj" fmla="val 3971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B5F627E-8199-F43C-4462-E7F97F555767}"/>
              </a:ext>
            </a:extLst>
          </p:cNvPr>
          <p:cNvSpPr/>
          <p:nvPr/>
        </p:nvSpPr>
        <p:spPr>
          <a:xfrm>
            <a:off x="3102077" y="294961"/>
            <a:ext cx="6400799" cy="924233"/>
          </a:xfrm>
          <a:custGeom>
            <a:avLst/>
            <a:gdLst>
              <a:gd name="csX0" fmla="*/ 155681 w 6400800"/>
              <a:gd name="csY0" fmla="*/ 0 h 1145459"/>
              <a:gd name="csX1" fmla="*/ 6245119 w 6400800"/>
              <a:gd name="csY1" fmla="*/ 0 h 1145459"/>
              <a:gd name="csX2" fmla="*/ 6400800 w 6400800"/>
              <a:gd name="csY2" fmla="*/ 155681 h 1145459"/>
              <a:gd name="csX3" fmla="*/ 6400800 w 6400800"/>
              <a:gd name="csY3" fmla="*/ 211394 h 1145459"/>
              <a:gd name="csX4" fmla="*/ 6400800 w 6400800"/>
              <a:gd name="csY4" fmla="*/ 778384 h 1145459"/>
              <a:gd name="csX5" fmla="*/ 6400800 w 6400800"/>
              <a:gd name="csY5" fmla="*/ 1145459 h 1145459"/>
              <a:gd name="csX6" fmla="*/ 0 w 6400800"/>
              <a:gd name="csY6" fmla="*/ 1145459 h 1145459"/>
              <a:gd name="csX7" fmla="*/ 0 w 6400800"/>
              <a:gd name="csY7" fmla="*/ 778384 h 1145459"/>
              <a:gd name="csX8" fmla="*/ 0 w 6400800"/>
              <a:gd name="csY8" fmla="*/ 211394 h 1145459"/>
              <a:gd name="csX9" fmla="*/ 0 w 6400800"/>
              <a:gd name="csY9" fmla="*/ 155681 h 1145459"/>
              <a:gd name="csX10" fmla="*/ 155681 w 6400800"/>
              <a:gd name="csY10" fmla="*/ 0 h 1145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400800" h="1145459">
                <a:moveTo>
                  <a:pt x="155681" y="0"/>
                </a:moveTo>
                <a:lnTo>
                  <a:pt x="6245119" y="0"/>
                </a:lnTo>
                <a:cubicBezTo>
                  <a:pt x="6331099" y="0"/>
                  <a:pt x="6400800" y="69701"/>
                  <a:pt x="6400800" y="155681"/>
                </a:cubicBezTo>
                <a:lnTo>
                  <a:pt x="6400800" y="211394"/>
                </a:lnTo>
                <a:lnTo>
                  <a:pt x="6400800" y="778384"/>
                </a:lnTo>
                <a:lnTo>
                  <a:pt x="6400800" y="1145459"/>
                </a:lnTo>
                <a:lnTo>
                  <a:pt x="0" y="1145459"/>
                </a:lnTo>
                <a:lnTo>
                  <a:pt x="0" y="778384"/>
                </a:lnTo>
                <a:lnTo>
                  <a:pt x="0" y="211394"/>
                </a:lnTo>
                <a:lnTo>
                  <a:pt x="0" y="155681"/>
                </a:lnTo>
                <a:cubicBezTo>
                  <a:pt x="0" y="69701"/>
                  <a:pt x="69701" y="0"/>
                  <a:pt x="155681" y="0"/>
                </a:cubicBezTo>
                <a:close/>
              </a:path>
            </a:pathLst>
          </a:custGeom>
          <a:solidFill>
            <a:srgbClr val="0070C0"/>
          </a:solidFill>
          <a:ln>
            <a:solidFill>
              <a:srgbClr val="3773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799AD6-6B80-17B2-E59D-D0C78805532D}"/>
              </a:ext>
            </a:extLst>
          </p:cNvPr>
          <p:cNvSpPr/>
          <p:nvPr/>
        </p:nvSpPr>
        <p:spPr>
          <a:xfrm>
            <a:off x="3102077" y="68819"/>
            <a:ext cx="1401343" cy="1386350"/>
          </a:xfrm>
          <a:prstGeom prst="roundRect">
            <a:avLst>
              <a:gd name="adj" fmla="val 20098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8F7904-EA75-40B8-6281-0F2A586D8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464" y="221220"/>
            <a:ext cx="852947" cy="852947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4868F0-1A3D-0370-16B5-83878E133EA8}"/>
              </a:ext>
            </a:extLst>
          </p:cNvPr>
          <p:cNvSpPr/>
          <p:nvPr/>
        </p:nvSpPr>
        <p:spPr>
          <a:xfrm>
            <a:off x="4675358" y="528477"/>
            <a:ext cx="457200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12ABED-F76E-BB25-AE90-ECF64C72B4CC}"/>
              </a:ext>
            </a:extLst>
          </p:cNvPr>
          <p:cNvSpPr txBox="1"/>
          <p:nvPr/>
        </p:nvSpPr>
        <p:spPr>
          <a:xfrm>
            <a:off x="5304496" y="528477"/>
            <a:ext cx="2372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2650794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60F6-0F81-BB47-E3E5-71C281AD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E7D502F-5941-403A-7FAF-4DEA8EBD3D21}"/>
              </a:ext>
            </a:extLst>
          </p:cNvPr>
          <p:cNvSpPr/>
          <p:nvPr/>
        </p:nvSpPr>
        <p:spPr>
          <a:xfrm>
            <a:off x="3102077" y="294961"/>
            <a:ext cx="6400800" cy="924233"/>
          </a:xfrm>
          <a:custGeom>
            <a:avLst/>
            <a:gdLst>
              <a:gd name="csX0" fmla="*/ 155681 w 6400800"/>
              <a:gd name="csY0" fmla="*/ 0 h 1145459"/>
              <a:gd name="csX1" fmla="*/ 6245119 w 6400800"/>
              <a:gd name="csY1" fmla="*/ 0 h 1145459"/>
              <a:gd name="csX2" fmla="*/ 6400800 w 6400800"/>
              <a:gd name="csY2" fmla="*/ 155681 h 1145459"/>
              <a:gd name="csX3" fmla="*/ 6400800 w 6400800"/>
              <a:gd name="csY3" fmla="*/ 211394 h 1145459"/>
              <a:gd name="csX4" fmla="*/ 6400800 w 6400800"/>
              <a:gd name="csY4" fmla="*/ 778384 h 1145459"/>
              <a:gd name="csX5" fmla="*/ 6400800 w 6400800"/>
              <a:gd name="csY5" fmla="*/ 1145459 h 1145459"/>
              <a:gd name="csX6" fmla="*/ 0 w 6400800"/>
              <a:gd name="csY6" fmla="*/ 1145459 h 1145459"/>
              <a:gd name="csX7" fmla="*/ 0 w 6400800"/>
              <a:gd name="csY7" fmla="*/ 778384 h 1145459"/>
              <a:gd name="csX8" fmla="*/ 0 w 6400800"/>
              <a:gd name="csY8" fmla="*/ 211394 h 1145459"/>
              <a:gd name="csX9" fmla="*/ 0 w 6400800"/>
              <a:gd name="csY9" fmla="*/ 155681 h 1145459"/>
              <a:gd name="csX10" fmla="*/ 155681 w 6400800"/>
              <a:gd name="csY10" fmla="*/ 0 h 1145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400800" h="1145459">
                <a:moveTo>
                  <a:pt x="155681" y="0"/>
                </a:moveTo>
                <a:lnTo>
                  <a:pt x="6245119" y="0"/>
                </a:lnTo>
                <a:cubicBezTo>
                  <a:pt x="6331099" y="0"/>
                  <a:pt x="6400800" y="69701"/>
                  <a:pt x="6400800" y="155681"/>
                </a:cubicBezTo>
                <a:lnTo>
                  <a:pt x="6400800" y="211394"/>
                </a:lnTo>
                <a:lnTo>
                  <a:pt x="6400800" y="778384"/>
                </a:lnTo>
                <a:lnTo>
                  <a:pt x="6400800" y="1145459"/>
                </a:lnTo>
                <a:lnTo>
                  <a:pt x="0" y="1145459"/>
                </a:lnTo>
                <a:lnTo>
                  <a:pt x="0" y="778384"/>
                </a:lnTo>
                <a:lnTo>
                  <a:pt x="0" y="211394"/>
                </a:lnTo>
                <a:lnTo>
                  <a:pt x="0" y="155681"/>
                </a:lnTo>
                <a:cubicBezTo>
                  <a:pt x="0" y="69701"/>
                  <a:pt x="69701" y="0"/>
                  <a:pt x="155681" y="0"/>
                </a:cubicBezTo>
                <a:close/>
              </a:path>
            </a:pathLst>
          </a:custGeom>
          <a:solidFill>
            <a:srgbClr val="3773A5"/>
          </a:solidFill>
          <a:ln>
            <a:solidFill>
              <a:srgbClr val="3773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49F4601-E5AD-33CB-A852-B349F29B77B9}"/>
              </a:ext>
            </a:extLst>
          </p:cNvPr>
          <p:cNvSpPr/>
          <p:nvPr/>
        </p:nvSpPr>
        <p:spPr>
          <a:xfrm>
            <a:off x="3102076" y="68819"/>
            <a:ext cx="6400800" cy="4404121"/>
          </a:xfrm>
          <a:custGeom>
            <a:avLst/>
            <a:gdLst>
              <a:gd name="csX0" fmla="*/ 278629 w 6400800"/>
              <a:gd name="csY0" fmla="*/ 0 h 4404121"/>
              <a:gd name="csX1" fmla="*/ 1122714 w 6400800"/>
              <a:gd name="csY1" fmla="*/ 0 h 4404121"/>
              <a:gd name="csX2" fmla="*/ 1401343 w 6400800"/>
              <a:gd name="csY2" fmla="*/ 278629 h 4404121"/>
              <a:gd name="csX3" fmla="*/ 1401343 w 6400800"/>
              <a:gd name="csY3" fmla="*/ 983231 h 4404121"/>
              <a:gd name="csX4" fmla="*/ 6264956 w 6400800"/>
              <a:gd name="csY4" fmla="*/ 983231 h 4404121"/>
              <a:gd name="csX5" fmla="*/ 6400800 w 6400800"/>
              <a:gd name="csY5" fmla="*/ 1119075 h 4404121"/>
              <a:gd name="csX6" fmla="*/ 6400800 w 6400800"/>
              <a:gd name="csY6" fmla="*/ 4268277 h 4404121"/>
              <a:gd name="csX7" fmla="*/ 6264956 w 6400800"/>
              <a:gd name="csY7" fmla="*/ 4404121 h 4404121"/>
              <a:gd name="csX8" fmla="*/ 135844 w 6400800"/>
              <a:gd name="csY8" fmla="*/ 4404121 h 4404121"/>
              <a:gd name="csX9" fmla="*/ 0 w 6400800"/>
              <a:gd name="csY9" fmla="*/ 4268277 h 4404121"/>
              <a:gd name="csX10" fmla="*/ 0 w 6400800"/>
              <a:gd name="csY10" fmla="*/ 1119075 h 4404121"/>
              <a:gd name="csX11" fmla="*/ 764 w 6400800"/>
              <a:gd name="csY11" fmla="*/ 1115294 h 4404121"/>
              <a:gd name="csX12" fmla="*/ 0 w 6400800"/>
              <a:gd name="csY12" fmla="*/ 1107721 h 4404121"/>
              <a:gd name="csX13" fmla="*/ 0 w 6400800"/>
              <a:gd name="csY13" fmla="*/ 278629 h 4404121"/>
              <a:gd name="csX14" fmla="*/ 278629 w 6400800"/>
              <a:gd name="csY14" fmla="*/ 0 h 44041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400800" h="4404121">
                <a:moveTo>
                  <a:pt x="278629" y="0"/>
                </a:moveTo>
                <a:lnTo>
                  <a:pt x="1122714" y="0"/>
                </a:lnTo>
                <a:cubicBezTo>
                  <a:pt x="1276597" y="0"/>
                  <a:pt x="1401343" y="124746"/>
                  <a:pt x="1401343" y="278629"/>
                </a:cubicBezTo>
                <a:lnTo>
                  <a:pt x="1401343" y="983231"/>
                </a:lnTo>
                <a:lnTo>
                  <a:pt x="6264956" y="983231"/>
                </a:lnTo>
                <a:cubicBezTo>
                  <a:pt x="6339981" y="983231"/>
                  <a:pt x="6400800" y="1044050"/>
                  <a:pt x="6400800" y="1119075"/>
                </a:cubicBezTo>
                <a:lnTo>
                  <a:pt x="6400800" y="4268277"/>
                </a:lnTo>
                <a:cubicBezTo>
                  <a:pt x="6400800" y="4343302"/>
                  <a:pt x="6339981" y="4404121"/>
                  <a:pt x="6264956" y="4404121"/>
                </a:cubicBezTo>
                <a:lnTo>
                  <a:pt x="135844" y="4404121"/>
                </a:lnTo>
                <a:cubicBezTo>
                  <a:pt x="60819" y="4404121"/>
                  <a:pt x="0" y="4343302"/>
                  <a:pt x="0" y="4268277"/>
                </a:cubicBezTo>
                <a:lnTo>
                  <a:pt x="0" y="1119075"/>
                </a:lnTo>
                <a:lnTo>
                  <a:pt x="764" y="1115294"/>
                </a:lnTo>
                <a:lnTo>
                  <a:pt x="0" y="1107721"/>
                </a:lnTo>
                <a:lnTo>
                  <a:pt x="0" y="278629"/>
                </a:lnTo>
                <a:cubicBezTo>
                  <a:pt x="0" y="124746"/>
                  <a:pt x="124746" y="0"/>
                  <a:pt x="278629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3773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7232D-F5D4-0C86-AA7A-4CF713C51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464" y="221220"/>
            <a:ext cx="852947" cy="8529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62A141-FBC0-D234-E88D-182BEE876AB8}"/>
              </a:ext>
            </a:extLst>
          </p:cNvPr>
          <p:cNvSpPr/>
          <p:nvPr/>
        </p:nvSpPr>
        <p:spPr>
          <a:xfrm>
            <a:off x="4709652" y="393290"/>
            <a:ext cx="678425" cy="5309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1836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عبدالرحمن كرم محمود محمد ابوالخير</dc:creator>
  <cp:lastModifiedBy>عبدالرحمن كرم محمود محمد ابوالخير</cp:lastModifiedBy>
  <cp:revision>1</cp:revision>
  <dcterms:created xsi:type="dcterms:W3CDTF">2026-05-15T23:09:53Z</dcterms:created>
  <dcterms:modified xsi:type="dcterms:W3CDTF">2026-05-16T01:22:10Z</dcterms:modified>
</cp:coreProperties>
</file>